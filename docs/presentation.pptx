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weekend, trimestre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sous-total, frais,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Recurrence, nb commandes, panier moyen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Paiement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Boleto/COD, CB, debit, voucher, mensualites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Qualite/Geo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12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Photos, desc., volume, poids, region, vendeur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Test : 19 543 echantillons (80/20 split stratifie)  |  31 features  |  ADASYN +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0.9967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0.9961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242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5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0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19 296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0.9961 (31 features, ADASYN, Optuna)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Rappel echecs : 98% | Precision : 100% | F1 = 0.99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Seuil optimal : 0.9805 (Youden's J statistic)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(LightGBM + Calendrier Islamique)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5 modeles covariants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363 075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466 570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163.9%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 + Fetes islamiques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376 292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447 736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150.6%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338 231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395 363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132.9%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+6.8%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LightGBM + lags + holidays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318 741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416 501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148.0%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+12.2%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LightGBM + Calendrier Islamique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617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19 features : lags(1,7,14,28), rolling stats, calendrier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Covariables : Ramadan, Aid el-Fitr, Aid el-Adha, Mawlid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hijri-converter : calcul programmatique des dates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Prevision recursive multi-step (pas de fuite)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0520"/>
            <a:ext cx="5212080" cy="237744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LightGBM 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5262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MAE : 318 741 DZD (+12.2% vs baseline)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Supporte les covariables (calendrier islamique)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Modeles fondamentaux (Chronos, TimesFM, MOIRAI)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= zero-shot sans covariables -&gt; inadaptes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714 jours favorisent LightGBM vs deep learning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- 15 endpoints - Port 8001  |  PHP Backend - Port 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Reentrainement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/api/v1/ai/retrain (depuis BDD)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/api/retrain/upload-and-train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/api/retrain/restore-defaults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Clic sur 'Reentrainer depuis la base de donnees'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Extraction automatique des commandes (PHP -&gt; CSV)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Optimisation Optuna (40 essais bayesiens)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Entrainement des 3 modeles (params optimises)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Sauvegarde metriques + parametres optimaux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8. Rollback possible via 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(7.6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forecaster_lgbm.joblib (1.8 MB) - LightGBM + calendrier islamique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(4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2 methodes de reentrainement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1 (recommandee) : depuis la base de donnees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/api/v1/ai/retrain (un clic, automatique)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2 : upload CSV personnalise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/api/retrain/upload-and-train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Optuna auto-optimise les hyperparametres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 + ADASYN + Optuna) : AUC = 0.9961, Rappel(echecs) = 98%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31 features enrichies (8 categories), cible propre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LightGBM + Calendrier islamique : MAE 318K DZD (+12.2% vs baseline)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automatique depuis la BDD + Optuna auto-tuning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Deploiement sur donnees reelles algeriennes (un clic)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Impact reel des fetes islamiques (deja integrees)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