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weekend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frais, remise, sous-total,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Produit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Articles, prix cat., popularite cat.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Tel. alt, recurrence, nb commandes, CLV,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Volume regional, delai, poids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Ensemble de test : 19 889 echantillons (80/20 split stratifie)  |  20 features sans fuite de donnees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0.6833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0.9887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0.6852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0.9887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0.6920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0.9776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0.9886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0.6954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0.9777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0.9776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151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442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19 295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0.695 (metrique honnete, sans fuite de donnees)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SMOTE : precision echecs 99.3% | 1 seule fausse alerte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Ensemble retenu pour sa robustesse (vote pondere)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(Chronos)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8 modeles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Naive (last value)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422 968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489 543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231%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-40.3%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Seasonal Naive (7d)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327 196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437 764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-8.6%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301 401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371 511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Holt-Winters (ETS)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400 363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485 037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050792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0761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SARIMAX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0" y="4050792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0" y="40761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413 834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0" y="4050792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40761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468 574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4050792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7619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250%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92640" y="4050792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92640" y="407619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-37.3%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4434840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4602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4434840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0" y="44602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347 629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4434840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44602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417 498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63840" y="443484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63840" y="446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175%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443484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446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-15.3%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4818888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8442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91840" y="4818888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0" y="4844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331 551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77840" y="4818888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4844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382 864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63840" y="4818888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63840" y="48442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136%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92640" y="4818888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0" y="48442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-10.0%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5394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Amazon Chronos-T5-Small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" y="5806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Transformeur pre-entraine (46M parametres)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Zero-shot : pas de fine-tuning necessaire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RMSE (382K) et MAPE (136%)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349240"/>
            <a:ext cx="5212080" cy="118872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0" y="5394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Chronos ?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0800" y="57150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RMSE le plus bas : predictions les plus stables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MAPE le plus bas : proportionnellement le plus precis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Intervalles de confiance natifs (10e-90e percentile)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- 11 endpoints - Port 8001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Insights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/api/insights/recommendations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Upload du CSV via POST /api/retrain/upload-and-train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Validation et adaptation du format des colonnes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Entrainement des 3 modeles (risque, segments, prevision)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Sauvegarde des metriques dans metrics.json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Rollback possible via /api/retrain/restore-defaults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(4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forecaster_models.joblib - Donnees series temporelles (Chronos)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(3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Format CSV attendu (GET /api/retrain/data-format)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Requis: order_status, order_purchase_timestamp,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payment_value, customer_unique_id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Optionnel: customer_state, product_category_name,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  product_weight_g, order_estimated_delivery_date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 + SMOTE) : F1 = 0.989, AUC = 0.695, Precision(echecs) = 99.3%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Chronos : meilleur RMSE et MAPE (8 modeles testes)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API de reentrainement : upload CSV, backup,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sur donnees reelles algeriennes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Saisonnalite locale (Ramadan, Aid Adha, etc.)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